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4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95164B-C763-DBA9-DE69-78DE524DD7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F2EB9C5-381D-FA83-EB7C-1ADD7FE551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3B2D98-F07C-3CE9-3B42-866CE48EA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259B47D-F1AF-7353-AA72-A9C94A14A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DE972C-24C9-5FCD-D8AC-890AA19EE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88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A02C59-7727-9C38-05CC-4977FD79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EED459-33FA-CEB2-B4F6-90A71E513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80AE2A-639A-AE85-323A-32D5D4B17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A0C1-A0FF-039D-805D-8AADC611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35065F-486C-7108-FB41-C1E028EC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93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339C5C-9616-05D5-7416-29818F71B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59BBDE-0951-59A3-16CB-A704EB2D0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6E68FA-490B-D598-0384-B6A022FF4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8D0ED9-1133-6BFD-18EC-6902543AD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552386-2AA1-E343-88B7-CA30605C1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063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030750-43FC-AA30-A279-099CA6055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94D061-C28C-3335-0003-B94FE633C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E61442-EBDB-1E8D-5649-ACBF6EF1D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9DB4A4-3004-F76D-6C99-0BAF7D42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7A4462-5925-8253-4398-C882D296E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4B1DD9-3EB8-4053-F415-E807741F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267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4AE025-5C0D-EB3D-0089-188027159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2827F8-8221-D75A-88D1-0332E7059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C79D26-4D1B-34A0-2477-03C169AB8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EA6E93-556B-1344-75C5-359F3BB7B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7FA50B-F860-1761-074A-38EEC1B22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30CFF49-C9BE-B228-A222-74631F5E3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1DEBBC9-3C54-0AEC-088A-9D9FE8C6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405117-3220-1B8E-F5B6-88419E5A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79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FAE3AD-7CED-E038-FF8C-4DA5D5F3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34324C5-2B67-891A-4D84-3BFB578B6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31A5FF0-F4A3-2C35-8823-792C7C528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73FEFE-942A-119C-027A-8425A9DAE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0049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5DCE37-95ED-C935-46A5-CA1C5F70D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D41F61-66C6-0F38-88FF-6160A6E1F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710793-E8FF-2EAC-87C6-52A1B001B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66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C45BA7-7251-BF9D-9D77-01367C505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15D0C7-EAB4-987B-17F2-DDA8FE7D3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DF15169-BC4F-2874-5ACE-178792E653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FB45DF4-A38A-07B7-6EAF-ED4DEE66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AB91870-1FAD-22F3-D2A4-10334DE28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B94905-4C1A-7B98-F3E9-A412BE819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047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7B339-3903-387B-5641-F3D9072A3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EA1C99-CDAB-955C-9F30-60C204A74F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0D9308-FD8E-16E2-8E95-F232751BE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4C4513A-6308-5CDB-2E0A-2FA1A0A4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A281F9-FF4D-2D2D-9AFD-89DA5D1E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E9F669-4C6F-5741-A504-59D05B059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62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7F2EC5-F415-A6DA-0FF5-8EADF8FF5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897DE9D-66CD-76AC-C6E0-B66F63AFD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F17D25-6CE0-F093-9158-9E7C213AF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9F87C4-B469-B8D6-7E04-A940223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0619F5-086C-3BEA-6990-65A43F39F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3621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3A71AD2-7D6E-4483-6D15-8D5C235712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6392F2-A7A3-9466-1F38-252D51DE2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05EE6-0B27-A567-D845-8BA65DDD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AD9575-7679-A504-2269-D3018329A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60B7D1-B92C-DCDB-4EBF-F0205982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857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0E4EBD9-5755-099B-788A-DC11C0F7D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DD850E-CA05-EDFA-627E-4ED895B63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24825E-9385-6329-A9CC-59D16A8AA1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DD009-2AE7-4B3F-8458-2328013CE102}" type="datetimeFigureOut">
              <a:rPr kumimoji="1" lang="ja-JP" altLang="en-US" smtClean="0"/>
              <a:t>2026/8/3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5D3A38-BBC5-6937-824E-DBEF8798F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9BF167-0B98-6E3C-8037-DAE10F604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59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474940"/>
            <a:ext cx="10668000" cy="2387600"/>
          </a:xfrm>
        </p:spPr>
        <p:txBody>
          <a:bodyPr>
            <a:normAutofit/>
          </a:bodyPr>
          <a:lstStyle/>
          <a:p>
            <a:r>
              <a:rPr kumimoji="1" lang="ja-JP" altLang="en-US" b="1" dirty="0"/>
              <a:t>「</a:t>
            </a:r>
            <a:r>
              <a:rPr kumimoji="1" lang="en-US" altLang="ja-JP" b="1" dirty="0"/>
              <a:t>RStudio</a:t>
            </a:r>
            <a:r>
              <a:rPr kumimoji="1" lang="ja-JP" altLang="en-US" b="1" dirty="0"/>
              <a:t>ではじめる</a:t>
            </a:r>
            <a:br>
              <a:rPr kumimoji="1" lang="en-US" altLang="ja-JP" b="1" dirty="0"/>
            </a:br>
            <a:r>
              <a:rPr kumimoji="1" lang="en-US" altLang="ja-JP" b="1" dirty="0"/>
              <a:t>R</a:t>
            </a:r>
            <a:r>
              <a:rPr kumimoji="1" lang="ja-JP" altLang="en-US" b="1" dirty="0"/>
              <a:t>プログラミング入門」</a:t>
            </a:r>
            <a:r>
              <a:rPr lang="en-US" altLang="ja-JP" b="1" dirty="0"/>
              <a:t>Ⅲ</a:t>
            </a:r>
            <a:r>
              <a:rPr lang="ja-JP" altLang="en-US" b="1" dirty="0"/>
              <a:t>演習</a:t>
            </a:r>
            <a:endParaRPr kumimoji="1" lang="ja-JP" altLang="en-US" b="1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84706"/>
            <a:ext cx="9144000" cy="1655762"/>
          </a:xfrm>
        </p:spPr>
        <p:txBody>
          <a:bodyPr/>
          <a:lstStyle/>
          <a:p>
            <a:r>
              <a:rPr lang="en-US" altLang="ja-JP" b="1" dirty="0"/>
              <a:t>24510171 </a:t>
            </a:r>
            <a:r>
              <a:rPr lang="ja-JP" altLang="en-US" b="1" dirty="0"/>
              <a:t>永井芽衣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485280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/>
              <a:t>7</a:t>
            </a:r>
            <a:r>
              <a:rPr kumimoji="1" lang="ja-JP" altLang="en-US" sz="3000" b="1" dirty="0"/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1121078" y="1315232"/>
            <a:ext cx="9018740" cy="50479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7901837" y="5242143"/>
            <a:ext cx="4352793" cy="65135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</a:rPr>
              <a:t>&amp;&amp;</a:t>
            </a:r>
            <a:r>
              <a:rPr kumimoji="1"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||</a:t>
            </a:r>
            <a:r>
              <a:rPr lang="ja-JP" altLang="en-US" sz="1000" dirty="0">
                <a:solidFill>
                  <a:schemeClr val="tx1"/>
                </a:solidFill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↔</a:t>
            </a:r>
            <a:r>
              <a:rPr lang="en-US" altLang="ja-JP" sz="1000" dirty="0">
                <a:solidFill>
                  <a:schemeClr val="tx1"/>
                </a:solidFill>
              </a:rPr>
              <a:t>&amp;</a:t>
            </a:r>
            <a:r>
              <a:rPr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|)</a:t>
            </a:r>
          </a:p>
          <a:p>
            <a:r>
              <a:rPr lang="ja-JP" altLang="en-US" sz="1000" dirty="0">
                <a:solidFill>
                  <a:schemeClr val="tx1"/>
                </a:solidFill>
              </a:rPr>
              <a:t>左辺が</a:t>
            </a:r>
            <a:r>
              <a:rPr lang="en-US" altLang="ja-JP" sz="1000" dirty="0">
                <a:solidFill>
                  <a:schemeClr val="tx1"/>
                </a:solidFill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</a:rPr>
              <a:t>の場合、右辺はスキップしてくれるので効率的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lang="ja-JP" altLang="en-US" sz="1000" dirty="0">
                <a:solidFill>
                  <a:schemeClr val="tx1"/>
                </a:solidFill>
              </a:rPr>
              <a:t>演算子の両辺に１つの論理テストがあるときのみ使用可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ベクトル非対応</a:t>
            </a:r>
            <a:r>
              <a:rPr lang="en-US" altLang="ja-JP" sz="10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7901837" y="4384110"/>
            <a:ext cx="4352793" cy="65135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</a:rPr>
              <a:t>u</a:t>
            </a:r>
            <a:r>
              <a:rPr kumimoji="1" lang="en-US" altLang="ja-JP" sz="1000" dirty="0">
                <a:solidFill>
                  <a:schemeClr val="tx1"/>
                </a:solidFill>
              </a:rPr>
              <a:t>nique</a:t>
            </a:r>
            <a:r>
              <a:rPr kumimoji="1" lang="ja-JP" altLang="en-US" sz="1000" dirty="0">
                <a:solidFill>
                  <a:schemeClr val="tx1"/>
                </a:solidFill>
              </a:rPr>
              <a:t>関数</a:t>
            </a:r>
            <a:endParaRPr kumimoji="1" lang="en-US" altLang="ja-JP" sz="1000" dirty="0">
              <a:solidFill>
                <a:schemeClr val="tx1"/>
              </a:solidFill>
            </a:endParaRPr>
          </a:p>
          <a:p>
            <a:r>
              <a:rPr lang="en-US" altLang="ja-JP" sz="1000" dirty="0">
                <a:solidFill>
                  <a:schemeClr val="tx1"/>
                </a:solidFill>
              </a:rPr>
              <a:t>Vector</a:t>
            </a:r>
            <a:r>
              <a:rPr lang="ja-JP" altLang="en-US" sz="1000" dirty="0">
                <a:solidFill>
                  <a:schemeClr val="tx1"/>
                </a:solidFill>
              </a:rPr>
              <a:t>に含まれる異なる項をまとめたベクトル</a:t>
            </a:r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3814" y="1421704"/>
            <a:ext cx="8473857" cy="4471792"/>
          </a:xfrm>
        </p:spPr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31739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65</Words>
  <Application>Microsoft Office PowerPoint</Application>
  <PresentationFormat>ワイド画面</PresentationFormat>
  <Paragraphs>8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「RStudioではじめる Rプログラミング入門」Ⅲ演習</vt:lpstr>
      <vt:lpstr>7章　プログラム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「RStudioではじめる Rプログラミング入門」Ⅲ演習</dc:title>
  <dc:creator>mei nagai</dc:creator>
  <cp:lastModifiedBy>mei nagai</cp:lastModifiedBy>
  <cp:revision>1</cp:revision>
  <dcterms:created xsi:type="dcterms:W3CDTF">2026-08-03T02:31:57Z</dcterms:created>
  <dcterms:modified xsi:type="dcterms:W3CDTF">2026-08-03T03:05:48Z</dcterms:modified>
</cp:coreProperties>
</file>